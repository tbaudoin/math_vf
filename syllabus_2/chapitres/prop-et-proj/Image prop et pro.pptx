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7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5689-E8B3-0AB6-48BF-29DD93297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A73E3-E360-CFB2-B945-93111674A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F6E23-7F82-C38A-2F84-0BB73B34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71A0-3F30-4FF9-99FF-BD8BCC67EB33}" type="datetimeFigureOut">
              <a:rPr lang="en-BE" smtClean="0"/>
              <a:t>26/04/2023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2DBAD-96D4-1A6B-0E33-C9E7DB9E2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BEE8D-7D51-91A3-9BA3-7232A475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7B1-D6DD-4606-945D-B32DEBC7F4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632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E614-459D-2293-7077-7C4A6D9F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9DBEF-BCD2-2589-C3B3-BA1C337A2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22EA3-82BC-37D9-89BF-81BAA0A4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71A0-3F30-4FF9-99FF-BD8BCC67EB33}" type="datetimeFigureOut">
              <a:rPr lang="en-BE" smtClean="0"/>
              <a:t>26/04/2023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6606C-8334-7E2A-539F-8AF889C7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76C84-45BA-004E-A66B-29E9C7A1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7B1-D6DD-4606-945D-B32DEBC7F4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45445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3283E-EEDB-DE54-76DE-369206AB7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7F145-E9E8-D96D-4651-36A963B74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350F4-1401-538E-5A32-A8DA3F69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71A0-3F30-4FF9-99FF-BD8BCC67EB33}" type="datetimeFigureOut">
              <a:rPr lang="en-BE" smtClean="0"/>
              <a:t>26/04/2023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0087-343D-871F-E3EF-A6B1A699F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1A75A-FA36-EBAD-59C1-3DEEFC35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7B1-D6DD-4606-945D-B32DEBC7F4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02409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56CB-F5FB-378D-A92F-D762FCCF0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5637C-48B3-E298-6759-DBC2B3EA1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84855-1C87-7913-D283-C80307024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1C173-3C78-83DB-3CEA-E01169F3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71A0-3F30-4FF9-99FF-BD8BCC67EB33}" type="datetimeFigureOut">
              <a:rPr lang="en-BE" smtClean="0"/>
              <a:t>26/04/2023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3BDBC-46BF-8A52-74E7-CB9F4AA4F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78A51-09F0-E2AE-C9FE-E2BFD1902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7B1-D6DD-4606-945D-B32DEBC7F4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0613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2D185-0E41-981D-528B-76B8DA7E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DA0A9-DE12-8BA4-4247-08CD6E143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7644F-7F57-028A-5B2F-BE0F6005B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1C3336-48B5-6831-5DE4-A157022D1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794CA3-373C-67D7-212B-20CEB48E2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CF99FF-ECF9-9504-962C-2E555F8CD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71A0-3F30-4FF9-99FF-BD8BCC67EB33}" type="datetimeFigureOut">
              <a:rPr lang="en-BE" smtClean="0"/>
              <a:t>26/04/2023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BF5D89-65BD-4470-47CB-D21083A6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637422-D58D-A70A-D98F-E0688A3F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7B1-D6DD-4606-945D-B32DEBC7F4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41180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A013-9A42-ED06-2F36-3F396B598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778D6-A889-236A-F44D-6213BEA95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71A0-3F30-4FF9-99FF-BD8BCC67EB33}" type="datetimeFigureOut">
              <a:rPr lang="en-BE" smtClean="0"/>
              <a:t>26/04/2023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D80E2-9BDC-C484-0847-A2577016B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7C997-F662-8510-B8D4-313F360D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7B1-D6DD-4606-945D-B32DEBC7F4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00029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726780-9676-2FCC-781A-572F3E3DC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71A0-3F30-4FF9-99FF-BD8BCC67EB33}" type="datetimeFigureOut">
              <a:rPr lang="en-BE" smtClean="0"/>
              <a:t>26/04/2023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2DD6F-3C79-69B9-A6AC-203CBE16C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AE711-B1CD-8AA6-072A-309B4053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7B1-D6DD-4606-945D-B32DEBC7F4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07851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46A0-2521-E0EB-ED1F-CD85381C6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8DF5-62A0-266D-1958-8DC8C6557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5113-853C-8474-725A-825649B4C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F7700-AED0-9F11-BE35-5E266348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71A0-3F30-4FF9-99FF-BD8BCC67EB33}" type="datetimeFigureOut">
              <a:rPr lang="en-BE" smtClean="0"/>
              <a:t>26/04/2023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5FFD4-1950-5E9D-1DAA-7EFD9404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C8985-4EC0-4B2B-D954-C4C0D435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7B1-D6DD-4606-945D-B32DEBC7F4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8431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20DE-AC28-39BA-4FB0-5C7AEE75E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83A2E1-5FD8-A6AF-4B68-AED6F94BAA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1EF31-0F8A-20FE-80A2-9AFD288C5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D3AA8-22FF-8139-1563-ED014680E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71A0-3F30-4FF9-99FF-BD8BCC67EB33}" type="datetimeFigureOut">
              <a:rPr lang="en-BE" smtClean="0"/>
              <a:t>26/04/2023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D5C4C-1783-E0EB-EB8E-B4074B7DA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6A4F6-982E-C563-479F-950DD555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7B1-D6DD-4606-945D-B32DEBC7F4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5798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B4851-205F-713A-C445-934E85DC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F81A3-99DD-0FC7-53A9-CB023A36B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5B1EC-1FE1-AAAE-9A47-816DD437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71A0-3F30-4FF9-99FF-BD8BCC67EB33}" type="datetimeFigureOut">
              <a:rPr lang="en-BE" smtClean="0"/>
              <a:t>26/04/2023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A6511-44A9-75DA-690C-ED38B25E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3E53-F04A-EDD7-8ACC-D92395EF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7B1-D6DD-4606-945D-B32DEBC7F4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2572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6876EE-2E42-FB9D-6965-E1FF580333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09D41-C48E-191E-4020-38E9327A5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C4B3F-76E5-D5BA-9246-541D345C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71A0-3F30-4FF9-99FF-BD8BCC67EB33}" type="datetimeFigureOut">
              <a:rPr lang="en-BE" smtClean="0"/>
              <a:t>26/04/2023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35F63-BF35-8CEE-1145-8AFFBD5FB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550F1-6215-4D70-3344-FB876578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7B1-D6DD-4606-945D-B32DEBC7F4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3698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6D8BC1-7F7A-08F8-CACA-CAA93F9CB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B12FF-488F-1120-3623-B13592A5B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3AE4E-C3A3-4124-3EA8-F9120446B0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A71A0-3F30-4FF9-99FF-BD8BCC67EB33}" type="datetimeFigureOut">
              <a:rPr lang="en-BE" smtClean="0"/>
              <a:t>26/04/2023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2A09A-6CD1-F363-81CF-5F510946A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30664-8CF9-8AB6-0A10-34898895F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DF7B1-D6DD-4606-945D-B32DEBC7F4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4847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3F01A2-C26C-52D9-7802-C3351BC6AB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16" t="5416" r="68266" b="69028"/>
          <a:stretch/>
        </p:blipFill>
        <p:spPr>
          <a:xfrm>
            <a:off x="8401050" y="1566973"/>
            <a:ext cx="1214364" cy="36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92FAD9-4075-67DF-D86E-7E6DDD029E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18" t="5416" r="68266" b="69028"/>
          <a:stretch/>
        </p:blipFill>
        <p:spPr>
          <a:xfrm>
            <a:off x="3429000" y="2466973"/>
            <a:ext cx="153587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83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ometric Fox - Black Canvas Print by eskaa | Society6 | Geometric fox ...">
            <a:extLst>
              <a:ext uri="{FF2B5EF4-FFF2-40B4-BE49-F238E27FC236}">
                <a16:creationId xmlns:a16="http://schemas.microsoft.com/office/drawing/2014/main" id="{2DCA5A55-09B3-A6E6-BECC-CFE0427F17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9" t="18000" r="28285" b="19428"/>
          <a:stretch/>
        </p:blipFill>
        <p:spPr bwMode="auto">
          <a:xfrm>
            <a:off x="1552574" y="1343025"/>
            <a:ext cx="2919452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Geometric Fox - Black Canvas Print by eskaa | Society6 | Geometric fox ...">
            <a:extLst>
              <a:ext uri="{FF2B5EF4-FFF2-40B4-BE49-F238E27FC236}">
                <a16:creationId xmlns:a16="http://schemas.microsoft.com/office/drawing/2014/main" id="{79250599-B1E6-EB09-F6D7-595F29F8E6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9" t="18000" r="28285" b="55719"/>
          <a:stretch/>
        </p:blipFill>
        <p:spPr bwMode="auto">
          <a:xfrm>
            <a:off x="5122849" y="1552574"/>
            <a:ext cx="1946301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416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94BE26-6062-6B0F-8E34-4074D3302B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18" t="35025" r="68266" b="39419"/>
          <a:stretch/>
        </p:blipFill>
        <p:spPr>
          <a:xfrm>
            <a:off x="2409825" y="1352548"/>
            <a:ext cx="2457392" cy="288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98A851-780A-0345-FCFD-3B3587BAAB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757" t="35025" r="68266" b="53931"/>
          <a:stretch/>
        </p:blipFill>
        <p:spPr>
          <a:xfrm>
            <a:off x="7229474" y="1352548"/>
            <a:ext cx="709569" cy="93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8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99EE8E-D9D2-F731-3701-5300BD77265E}"/>
              </a:ext>
            </a:extLst>
          </p:cNvPr>
          <p:cNvCxnSpPr>
            <a:cxnSpLocks/>
          </p:cNvCxnSpPr>
          <p:nvPr/>
        </p:nvCxnSpPr>
        <p:spPr>
          <a:xfrm>
            <a:off x="2343150" y="1752600"/>
            <a:ext cx="0" cy="37268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F7B6DC-3028-51AB-F189-D278622FCF74}"/>
              </a:ext>
            </a:extLst>
          </p:cNvPr>
          <p:cNvCxnSpPr>
            <a:cxnSpLocks/>
          </p:cNvCxnSpPr>
          <p:nvPr/>
        </p:nvCxnSpPr>
        <p:spPr>
          <a:xfrm flipH="1">
            <a:off x="2343150" y="5479402"/>
            <a:ext cx="50902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227915-BBDE-13E8-91FE-57C1C3585528}"/>
              </a:ext>
            </a:extLst>
          </p:cNvPr>
          <p:cNvCxnSpPr>
            <a:cxnSpLocks/>
          </p:cNvCxnSpPr>
          <p:nvPr/>
        </p:nvCxnSpPr>
        <p:spPr>
          <a:xfrm>
            <a:off x="2448897" y="5253135"/>
            <a:ext cx="0" cy="133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F8E82E-0323-271B-901F-6E7A08A39B27}"/>
              </a:ext>
            </a:extLst>
          </p:cNvPr>
          <p:cNvCxnSpPr>
            <a:cxnSpLocks/>
          </p:cNvCxnSpPr>
          <p:nvPr/>
        </p:nvCxnSpPr>
        <p:spPr>
          <a:xfrm flipH="1">
            <a:off x="2448897" y="5386485"/>
            <a:ext cx="1076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FD1EE9-6DCA-E23B-7E5F-CE768B0CA17E}"/>
              </a:ext>
            </a:extLst>
          </p:cNvPr>
          <p:cNvCxnSpPr/>
          <p:nvPr/>
        </p:nvCxnSpPr>
        <p:spPr>
          <a:xfrm>
            <a:off x="2343150" y="3526971"/>
            <a:ext cx="3376515" cy="195243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3AEB257-C776-DED4-D067-7A027A1AF894}"/>
              </a:ext>
            </a:extLst>
          </p:cNvPr>
          <p:cNvCxnSpPr>
            <a:cxnSpLocks/>
          </p:cNvCxnSpPr>
          <p:nvPr/>
        </p:nvCxnSpPr>
        <p:spPr>
          <a:xfrm>
            <a:off x="2343150" y="2734733"/>
            <a:ext cx="4734983" cy="27446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Dim (Medium Sun) outline">
            <a:extLst>
              <a:ext uri="{FF2B5EF4-FFF2-40B4-BE49-F238E27FC236}">
                <a16:creationId xmlns:a16="http://schemas.microsoft.com/office/drawing/2014/main" id="{AF9C7D60-E174-F752-09F1-087579884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59" y="1523999"/>
            <a:ext cx="1036315" cy="1036315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8D4A830-3292-9503-2C0B-A65B02EB1E2C}"/>
              </a:ext>
            </a:extLst>
          </p:cNvPr>
          <p:cNvCxnSpPr/>
          <p:nvPr/>
        </p:nvCxnSpPr>
        <p:spPr>
          <a:xfrm>
            <a:off x="2237404" y="3526971"/>
            <a:ext cx="0" cy="19524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670D206-2457-CF1C-6B6F-AA2782A5ABDD}"/>
              </a:ext>
            </a:extLst>
          </p:cNvPr>
          <p:cNvCxnSpPr>
            <a:cxnSpLocks/>
          </p:cNvCxnSpPr>
          <p:nvPr/>
        </p:nvCxnSpPr>
        <p:spPr>
          <a:xfrm>
            <a:off x="1673524" y="2734733"/>
            <a:ext cx="0" cy="27446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139C8D-C689-6ADF-CBCB-81863783C247}"/>
              </a:ext>
            </a:extLst>
          </p:cNvPr>
          <p:cNvCxnSpPr>
            <a:cxnSpLocks/>
          </p:cNvCxnSpPr>
          <p:nvPr/>
        </p:nvCxnSpPr>
        <p:spPr>
          <a:xfrm flipH="1">
            <a:off x="2343149" y="5601321"/>
            <a:ext cx="33765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ECECB09-140D-47CC-5491-F8EA1CB7C150}"/>
              </a:ext>
            </a:extLst>
          </p:cNvPr>
          <p:cNvCxnSpPr>
            <a:cxnSpLocks/>
          </p:cNvCxnSpPr>
          <p:nvPr/>
        </p:nvCxnSpPr>
        <p:spPr>
          <a:xfrm flipH="1">
            <a:off x="2343148" y="6106391"/>
            <a:ext cx="4781552" cy="283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210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1EF9160-D218-A092-D997-1A6A0F0E0E25}"/>
              </a:ext>
            </a:extLst>
          </p:cNvPr>
          <p:cNvCxnSpPr/>
          <p:nvPr/>
        </p:nvCxnSpPr>
        <p:spPr>
          <a:xfrm>
            <a:off x="2734733" y="5029200"/>
            <a:ext cx="3183467" cy="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CABCCB7-7451-32F7-0039-AB096D0D8C99}"/>
              </a:ext>
            </a:extLst>
          </p:cNvPr>
          <p:cNvSpPr txBox="1"/>
          <p:nvPr/>
        </p:nvSpPr>
        <p:spPr>
          <a:xfrm>
            <a:off x="2599267" y="5105400"/>
            <a:ext cx="389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</a:t>
            </a:r>
            <a:endParaRPr lang="en-BE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07E83-A2FD-19EB-71A0-72C6BAC7A21E}"/>
              </a:ext>
            </a:extLst>
          </p:cNvPr>
          <p:cNvSpPr txBox="1"/>
          <p:nvPr/>
        </p:nvSpPr>
        <p:spPr>
          <a:xfrm>
            <a:off x="5723467" y="5105400"/>
            <a:ext cx="389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2695589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F744F3-03FE-9E88-7767-3CCB166E355F}"/>
              </a:ext>
            </a:extLst>
          </p:cNvPr>
          <p:cNvCxnSpPr>
            <a:cxnSpLocks/>
          </p:cNvCxnSpPr>
          <p:nvPr/>
        </p:nvCxnSpPr>
        <p:spPr>
          <a:xfrm>
            <a:off x="2810933" y="4817533"/>
            <a:ext cx="55710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35E61C-7E74-AD39-73A5-D78CD30D03F6}"/>
              </a:ext>
            </a:extLst>
          </p:cNvPr>
          <p:cNvCxnSpPr>
            <a:cxnSpLocks/>
          </p:cNvCxnSpPr>
          <p:nvPr/>
        </p:nvCxnSpPr>
        <p:spPr>
          <a:xfrm flipV="1">
            <a:off x="2997199" y="2548466"/>
            <a:ext cx="2819400" cy="2692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CC3C59-EF8C-9681-2AB3-5F214B8F8153}"/>
              </a:ext>
            </a:extLst>
          </p:cNvPr>
          <p:cNvCxnSpPr>
            <a:cxnSpLocks/>
          </p:cNvCxnSpPr>
          <p:nvPr/>
        </p:nvCxnSpPr>
        <p:spPr>
          <a:xfrm flipV="1">
            <a:off x="4233336" y="2700866"/>
            <a:ext cx="2819400" cy="26924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5EE53AE-3D90-CB40-8F22-611E64766E6E}"/>
              </a:ext>
            </a:extLst>
          </p:cNvPr>
          <p:cNvSpPr/>
          <p:nvPr/>
        </p:nvSpPr>
        <p:spPr>
          <a:xfrm>
            <a:off x="4814712" y="4783386"/>
            <a:ext cx="56444" cy="5672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5F386F-9312-6C7A-47DC-12D4867313D1}"/>
              </a:ext>
            </a:extLst>
          </p:cNvPr>
          <p:cNvSpPr/>
          <p:nvPr/>
        </p:nvSpPr>
        <p:spPr>
          <a:xfrm>
            <a:off x="6213123" y="3448621"/>
            <a:ext cx="56444" cy="5672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C6F122-D05B-E7E7-8D44-BA92B23949C9}"/>
              </a:ext>
            </a:extLst>
          </p:cNvPr>
          <p:cNvSpPr txBox="1"/>
          <p:nvPr/>
        </p:nvSpPr>
        <p:spPr>
          <a:xfrm>
            <a:off x="5918203" y="3107652"/>
            <a:ext cx="2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en-B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7501FB-89D9-68D0-1218-68492ACA8270}"/>
              </a:ext>
            </a:extLst>
          </p:cNvPr>
          <p:cNvSpPr txBox="1"/>
          <p:nvPr/>
        </p:nvSpPr>
        <p:spPr>
          <a:xfrm>
            <a:off x="4614337" y="4414054"/>
            <a:ext cx="378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A’</a:t>
            </a:r>
            <a:endParaRPr lang="en-B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21624B-7168-78E0-AD4E-62867A76FD9D}"/>
              </a:ext>
            </a:extLst>
          </p:cNvPr>
          <p:cNvSpPr txBox="1"/>
          <p:nvPr/>
        </p:nvSpPr>
        <p:spPr>
          <a:xfrm>
            <a:off x="4425248" y="3203963"/>
            <a:ext cx="2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en-B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336E8B-D848-A5E7-49AA-6184A2400848}"/>
              </a:ext>
            </a:extLst>
          </p:cNvPr>
          <p:cNvSpPr txBox="1"/>
          <p:nvPr/>
        </p:nvSpPr>
        <p:spPr>
          <a:xfrm>
            <a:off x="6905276" y="4811749"/>
            <a:ext cx="2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173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4969CF0-8B81-AB54-16DE-DA0966B2F76A}"/>
              </a:ext>
            </a:extLst>
          </p:cNvPr>
          <p:cNvCxnSpPr/>
          <p:nvPr/>
        </p:nvCxnSpPr>
        <p:spPr>
          <a:xfrm flipV="1">
            <a:off x="3855720" y="3741420"/>
            <a:ext cx="3893820" cy="11963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F2E8E1-DAC0-3A1E-466E-CB53048DC172}"/>
              </a:ext>
            </a:extLst>
          </p:cNvPr>
          <p:cNvCxnSpPr>
            <a:cxnSpLocks/>
          </p:cNvCxnSpPr>
          <p:nvPr/>
        </p:nvCxnSpPr>
        <p:spPr>
          <a:xfrm>
            <a:off x="4808220" y="2293620"/>
            <a:ext cx="3444240" cy="1905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ED2E6A8-936D-224F-5F7C-F2522A75BEEB}"/>
              </a:ext>
            </a:extLst>
          </p:cNvPr>
          <p:cNvSpPr/>
          <p:nvPr/>
        </p:nvSpPr>
        <p:spPr>
          <a:xfrm>
            <a:off x="4057650" y="2895600"/>
            <a:ext cx="1744980" cy="845820"/>
          </a:xfrm>
          <a:prstGeom prst="triangle">
            <a:avLst>
              <a:gd name="adj" fmla="val 19869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9E0DF-1A5F-9D9B-FC2E-41E64086D719}"/>
              </a:ext>
            </a:extLst>
          </p:cNvPr>
          <p:cNvSpPr txBox="1"/>
          <p:nvPr/>
        </p:nvSpPr>
        <p:spPr>
          <a:xfrm>
            <a:off x="4137660" y="2573923"/>
            <a:ext cx="373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</a:t>
            </a:r>
            <a:endParaRPr lang="en-BE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34043F-F0F7-8DA8-D91D-EE405EBC5B3E}"/>
              </a:ext>
            </a:extLst>
          </p:cNvPr>
          <p:cNvSpPr txBox="1"/>
          <p:nvPr/>
        </p:nvSpPr>
        <p:spPr>
          <a:xfrm>
            <a:off x="3764280" y="3572143"/>
            <a:ext cx="373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</a:t>
            </a:r>
            <a:endParaRPr lang="en-BE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8D765-66E2-5D9F-F75E-E7E89426A510}"/>
              </a:ext>
            </a:extLst>
          </p:cNvPr>
          <p:cNvSpPr txBox="1"/>
          <p:nvPr/>
        </p:nvSpPr>
        <p:spPr>
          <a:xfrm>
            <a:off x="5817870" y="3487505"/>
            <a:ext cx="373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</a:t>
            </a:r>
            <a:endParaRPr lang="en-BE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8528E0-F5D9-D692-6C40-E54F98E75E94}"/>
              </a:ext>
            </a:extLst>
          </p:cNvPr>
          <p:cNvSpPr txBox="1"/>
          <p:nvPr/>
        </p:nvSpPr>
        <p:spPr>
          <a:xfrm>
            <a:off x="5817870" y="2404646"/>
            <a:ext cx="373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d</a:t>
            </a:r>
            <a:endParaRPr lang="en-BE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25E54E-320B-BF8B-7392-3AFC1D2406A0}"/>
              </a:ext>
            </a:extLst>
          </p:cNvPr>
          <p:cNvSpPr txBox="1"/>
          <p:nvPr/>
        </p:nvSpPr>
        <p:spPr>
          <a:xfrm>
            <a:off x="5410200" y="4575810"/>
            <a:ext cx="373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274453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12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Yves-Alexandre van de Werve de Schilde</dc:creator>
  <cp:lastModifiedBy>Yves-Alexandre van de Werve de Schilde</cp:lastModifiedBy>
  <cp:revision>1</cp:revision>
  <dcterms:created xsi:type="dcterms:W3CDTF">2023-04-26T10:07:36Z</dcterms:created>
  <dcterms:modified xsi:type="dcterms:W3CDTF">2023-04-26T13:17:33Z</dcterms:modified>
</cp:coreProperties>
</file>